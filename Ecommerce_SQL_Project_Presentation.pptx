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1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60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08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51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38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50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8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0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77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46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2753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15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1855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412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78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08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15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SQL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Database Management System using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Customers, Products, Orders, Inventory, Payments management using relational database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customers, products, inventory, orders, order_items, payments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SQL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Keys, Foreign Keys, JOINs, GROUP BY, Aggregate Functions, ORDER BY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Orders, Product Stock, Revenue Analysis, Monthly Sales, Low Stock Alert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Relational schema connecting customers, orders, products, inventory and payments.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per Product, Monthly Sales, Customer Spending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Demonstrates SQL database design, querying, and business analytics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</TotalTime>
  <Words>116</Words>
  <Application>Microsoft Office PowerPoint</Application>
  <PresentationFormat>On-screen Show (4:3)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E-Commerce SQL Project</vt:lpstr>
      <vt:lpstr>Project Overview</vt:lpstr>
      <vt:lpstr>Database Tables</vt:lpstr>
      <vt:lpstr>Key SQL Concepts</vt:lpstr>
      <vt:lpstr>Important Queries</vt:lpstr>
      <vt:lpstr>Schema Design</vt:lpstr>
      <vt:lpstr>Business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Pratik raj</cp:lastModifiedBy>
  <cp:revision>2</cp:revision>
  <dcterms:created xsi:type="dcterms:W3CDTF">2013-01-27T09:14:16Z</dcterms:created>
  <dcterms:modified xsi:type="dcterms:W3CDTF">2026-05-31T11:53:12Z</dcterms:modified>
  <cp:category/>
</cp:coreProperties>
</file>